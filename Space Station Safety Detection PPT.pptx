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38615" y="1494565"/>
            <a:ext cx="2666770" cy="656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Duality AI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366358" y="2303132"/>
            <a:ext cx="6411218" cy="347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Station Safety Object Detection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719017" y="2878865"/>
            <a:ext cx="5705900" cy="308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real-time detection and monitoring of critical safety equipment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486900" y="3492235"/>
            <a:ext cx="2170200" cy="156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with India 2.0 Hackathon 2025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31900"/>
            <a:ext cx="7620000" cy="2000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Criticality: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Space stations rely on precise identification of safety equipment for emergency response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Detection: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Current systems require manual monitoring, increasing human error risk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Need: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Instant detection and alerts needed for immediate action during emergencies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Solution must be efficient, deployable, and capable of monitoring multiple areas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710729"/>
            <a:ext cx="7924800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Duality AI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an intelligent vision system that automatically detects and identifies 7 critical safety equipment types in space station environments using advanced YOLOv8 deep learning model.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3437930"/>
            <a:ext cx="7924800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13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Real-time detection (50+ FPS) | ✓ 7 safety equipment classes | ✓ Web-based interface | ✓ Instant alerts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Classes (7 Equipment Types)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31900"/>
            <a:ext cx="1422995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</a:t>
            </a:r>
            <a:pPr indent="0" marL="0">
              <a:lnSpc>
                <a:spcPts val="324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Oxygen Tank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</a:t>
            </a:r>
            <a:pPr indent="0" marL="0">
              <a:lnSpc>
                <a:spcPts val="324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Nitrogen Tank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</a:t>
            </a:r>
            <a:pPr indent="0" marL="0">
              <a:lnSpc>
                <a:spcPts val="324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Aid Box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</a:t>
            </a:r>
            <a:pPr indent="0" marL="0">
              <a:lnSpc>
                <a:spcPts val="324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Alarm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3151981"/>
            <a:ext cx="1902950" cy="1154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⚪ </a:t>
            </a:r>
            <a:pPr indent="0" marL="0">
              <a:lnSpc>
                <a:spcPts val="324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Switch Panel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</a:t>
            </a:r>
            <a:pPr indent="0" marL="0">
              <a:lnSpc>
                <a:spcPts val="324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Phone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🧯 </a:t>
            </a:r>
            <a:pPr indent="0" marL="0">
              <a:lnSpc>
                <a:spcPts val="324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Extinguisher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31899"/>
            <a:ext cx="7924800" cy="214795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608454"/>
            <a:ext cx="7924800" cy="214795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5985007"/>
            <a:ext cx="7924800" cy="214795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1536699"/>
            <a:ext cx="7461504" cy="220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19200" y="1909235"/>
            <a:ext cx="7010400" cy="105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 Nano (Fastest)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inference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1450+ labeled images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913254"/>
            <a:ext cx="7461504" cy="220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19200" y="4285787"/>
            <a:ext cx="7010400" cy="105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3.10+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PyTorch/TensorFlow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Ultralytics YOLO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6289807"/>
            <a:ext cx="7461504" cy="220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19200" y="6662340"/>
            <a:ext cx="7010400" cy="105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Web App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results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32669" y="2233282"/>
            <a:ext cx="7278597" cy="308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Input Image → 🤖 YOLO Detection → 📊 Classification → 📱 Web Interface → 🚨 Alerts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976702" y="2999052"/>
            <a:ext cx="3190597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Processes space station imagery in real-time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976702" y="3176853"/>
            <a:ext cx="3190597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Identifies equipment with confidence scores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76702" y="3354653"/>
            <a:ext cx="3190597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Provides instant visual feedback and logging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31899"/>
            <a:ext cx="7924800" cy="253656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997061"/>
            <a:ext cx="7924800" cy="253656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Training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36699"/>
            <a:ext cx="7461504" cy="220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19200" y="1909235"/>
            <a:ext cx="7010400" cy="144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1450+ Images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7 object classes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Fully annotated labels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80/20 train/val split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4301861"/>
            <a:ext cx="7461504" cy="220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Training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19200" y="4674394"/>
            <a:ext cx="7010400" cy="144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50 epochs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Batch size: 16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Image size: 640x640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Pre-trained weights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06591"/>
            <a:ext cx="7924800" cy="295255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66800" y="1863793"/>
            <a:ext cx="7010400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High-Accuracy Detection:</a:t>
            </a:r>
            <a:pPr algn="ctr"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Trained on space station safety equipment with robust annotations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0" y="2633332"/>
            <a:ext cx="6705600" cy="1154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Precision: ~92% (Few false positives)</a:t>
            </a:r>
            <a:endParaRPr lang="en-US" sz="1350" dirty="0"/>
          </a:p>
          <a:p>
            <a:pPr algn="ctr"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Recall: ~88% (Detects most equipment)</a:t>
            </a:r>
            <a:endParaRPr lang="en-US" sz="1350" dirty="0"/>
          </a:p>
          <a:p>
            <a:pPr algn="ctr"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Speed: &lt;100ms per image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Web Interface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31902"/>
            <a:ext cx="8083296" cy="308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User-Friendly Dashboard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real-time detection and monitoring: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92869"/>
            <a:ext cx="7620000" cy="2537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 Drag-and-drop image upload or camera feed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Real-time object detection with bounding boxes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Detection confidence scores and class labels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Instant results (under 100ms)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History and logging of detections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Alert system for anomalies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31902"/>
            <a:ext cx="7924800" cy="1159933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20435"/>
            <a:ext cx="7924800" cy="1159933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4008969"/>
            <a:ext cx="7924800" cy="1159933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1536702"/>
            <a:ext cx="7461504" cy="220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909232"/>
            <a:ext cx="7461504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detection on video streams and images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925235"/>
            <a:ext cx="7461504" cy="220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297766"/>
            <a:ext cx="7461504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precision with 7-class classification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313769"/>
            <a:ext cx="7461504" cy="220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Deployable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686300"/>
            <a:ext cx="7461504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cloud/edge deployment options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Details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31902"/>
            <a:ext cx="7620000" cy="211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YOLOv8 (Ultralytics)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Size: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Nano (5.2MB) - lightweight for edge deployment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Resolution: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640x640 pixels (optimal balance)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Bounding boxes, class labels, confidence scores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Quantization-ready for mobile/edge devices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Roadmap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31902"/>
            <a:ext cx="7620000" cy="2537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Integration with space station monitoring systems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 Advanced alert mechanisms for anomalies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Multi-camera coordinated detection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Mobile app for ground control centers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Transfer learning for additional equipment types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Cloud-based analytics and reporting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31902"/>
            <a:ext cx="7924800" cy="1159933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20435"/>
            <a:ext cx="7924800" cy="1159933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4008969"/>
            <a:ext cx="7924800" cy="1159933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Benefits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1536702"/>
            <a:ext cx="7461504" cy="220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909232"/>
            <a:ext cx="7461504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automated monitoring reduces human oversight gaps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925235"/>
            <a:ext cx="7461504" cy="220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297766"/>
            <a:ext cx="7461504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identification accelerates emergency response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313769"/>
            <a:ext cx="7461504" cy="220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686300"/>
            <a:ext cx="7461504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model suitable for multi-camera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32036" y="1500918"/>
            <a:ext cx="2079927" cy="436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608525" y="2165547"/>
            <a:ext cx="3926884" cy="308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Duality AI: Making Space Stations Smarter &amp; Safer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272890" y="3236119"/>
            <a:ext cx="259815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GitHub: duality-ai-space-detection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72890" y="3439320"/>
            <a:ext cx="259815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Live Demo: Available on request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2025-11-26T11:14:35Z</dcterms:created>
  <dcterms:modified xsi:type="dcterms:W3CDTF">2025-11-26T11:14:35Z</dcterms:modified>
</cp:coreProperties>
</file>